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679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Analysis &amp; Recommendation Engine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029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3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 |  Semester VI  |  Difficulty: Intermediate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 JAIN  ·  23FE10CSE00031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• Containerized • CI/CD Powered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  |  DevOps – Semester VI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384048" cy="384048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868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384048" cy="384048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1854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384048" cy="384048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8437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456432"/>
            <a:ext cx="384048" cy="384048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502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384048" cy="384048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822960"/>
            <a:ext cx="384048" cy="384048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868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Rules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481328"/>
            <a:ext cx="384048" cy="384048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1527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2139696"/>
            <a:ext cx="384048" cy="384048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12080" y="21854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Output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2798064"/>
            <a:ext cx="384048" cy="384048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12080" y="28437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Monitoring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3456432"/>
            <a:ext cx="384048" cy="384048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12080" y="3502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4114800"/>
            <a:ext cx="384048" cy="384048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548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1208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  |  DevOps – Semester VI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105156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80467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environments commonly contain underutilized or misconfigured resources — leading to inflated operational costs and manual monitoring bottlenecks.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A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11680"/>
            <a:ext cx="54864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08483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Virtual Machines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340864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 with &lt;10% CPU utilization still incur full compute charges.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01168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A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011680"/>
            <a:ext cx="54864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208483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Unattached Storage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6592" y="2340864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volumes detached from instances continue generating storage costs.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33756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A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37560"/>
            <a:ext cx="54864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41071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Misconfiguration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3666744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without lifecycle policies or with public access waste budget and expose security risks.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33756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A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3337560"/>
            <a:ext cx="54864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341071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3666744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Human-driven audits are slow, error-prone, and don't scale across growing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  |  DevOps – Semester VI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02920" cy="1234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804672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8961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Infrastructure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188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simulated cloud resource data (EC2, EBS, S3) stored in JSON format.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502920" cy="1234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804672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8961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Inefficiencies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1188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rule-based logic to detect underutilized, idle, or misconfigured resources.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94560"/>
            <a:ext cx="502920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1945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2286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Recommendations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5786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actionable optimization suggestions in a structured HTML report.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19456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194560"/>
            <a:ext cx="502920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1945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2286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via DevOps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5786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GitHub Actions CI/CD to trigger analysis on every code push automatically.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84448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584448"/>
            <a:ext cx="502920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58444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8680" y="3675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396849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full application using Docker for consistent, reproducible execution.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584448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584448"/>
            <a:ext cx="502920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58444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03520" y="3675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Test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396849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comprehensive documentation and a basic unit test 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  |  DevOps – Semester VI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1115568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2A608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76479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220370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89888" y="2135124"/>
            <a:ext cx="38039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605686" y="20345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70278" y="1691640"/>
            <a:ext cx="1115568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2A608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70278" y="176479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70278" y="220370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85846" y="2135124"/>
            <a:ext cx="38039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3101645" y="20345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66237" y="1691640"/>
            <a:ext cx="1115568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2A608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66237" y="176479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66237" y="220370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81805" y="2135124"/>
            <a:ext cx="38039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597603" y="20345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62195" y="1691640"/>
            <a:ext cx="1115568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2A608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62195" y="176479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62195" y="220370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77763" y="2135124"/>
            <a:ext cx="38039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093562" y="20345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58154" y="1691640"/>
            <a:ext cx="1115568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2A608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58154" y="176479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58154" y="220370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73722" y="2135124"/>
            <a:ext cx="38039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20345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54112" y="1691640"/>
            <a:ext cx="1115568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2A608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54112" y="176479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54112" y="220370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GitHub automatically triggers the full pipeline — from code checkout to Docker execution and report generation.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566160"/>
            <a:ext cx="1828800" cy="438912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3566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push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0" y="3566160"/>
            <a:ext cx="1828800" cy="438912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560320" y="3566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env setup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3566160"/>
            <a:ext cx="1828800" cy="438912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617720" y="3566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75120" y="3566160"/>
            <a:ext cx="1828800" cy="438912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675120" y="3566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 output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  |  DevOps – Semester VI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388620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498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61288"/>
            <a:ext cx="3886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A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61288"/>
            <a:ext cx="54864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1234440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1490472"/>
            <a:ext cx="37216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language — rules engine, cost engine, report generator.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51176"/>
            <a:ext cx="3886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A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51176"/>
            <a:ext cx="54864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" y="262432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2880360"/>
            <a:ext cx="37216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infrastructure data format for EC2, EBS, and S3 resources.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749808"/>
            <a:ext cx="3977640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7498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Toolchain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161288"/>
            <a:ext cx="39776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61288"/>
            <a:ext cx="54864" cy="7040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2161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1453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tracking all code changes locally.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1929384"/>
            <a:ext cx="39776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929384"/>
            <a:ext cx="54864" cy="7040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984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221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repository hosting and collaboration platform.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697480"/>
            <a:ext cx="39776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697480"/>
            <a:ext cx="54864" cy="7040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7523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2990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 — triggers pipeline on every push.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465576"/>
            <a:ext cx="39776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465576"/>
            <a:ext cx="54864" cy="7040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5204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37581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for consistent, portable execution environments.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4233672"/>
            <a:ext cx="39776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4233672"/>
            <a:ext cx="54864" cy="7040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42885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(M1)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4526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— Apple Silicon (ARM64) architecture.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  |  DevOps – Semester VI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src/main/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" y="1188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· rules.py · cost_engine.py · report_generator.py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837176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src/test/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37176" y="1188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testing structure and placeholder tests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828800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1920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src/scripts/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2336" y="22128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run.sh — utility script for local execution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82880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828800"/>
            <a:ext cx="54864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37176" y="1920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infrastructure/docker/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37176" y="22128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· docker-compose.yml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852928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52928"/>
            <a:ext cx="54864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" y="2944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pipelines/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2336" y="32369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YAML definitions (GitHub Actions)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852928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852928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837176" y="2944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tests/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37176" y="32369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Integration · Selenium test structure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877056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877056"/>
            <a:ext cx="54864" cy="914400"/>
          </a:xfrm>
          <a:prstGeom prst="rect">
            <a:avLst/>
          </a:prstGeom>
          <a:solidFill>
            <a:srgbClr val="5A7A8A"/>
          </a:solidFill>
          <a:ln/>
        </p:spPr>
      </p:sp>
      <p:sp>
        <p:nvSpPr>
          <p:cNvPr id="33" name="Text 31"/>
          <p:cNvSpPr/>
          <p:nvPr/>
        </p:nvSpPr>
        <p:spPr>
          <a:xfrm>
            <a:off x="402336" y="39684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monitoring/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02336" y="426110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nagios/ · alerts/ · dashboards/ folders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877056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877056"/>
            <a:ext cx="54864" cy="914400"/>
          </a:xfrm>
          <a:prstGeom prst="rect">
            <a:avLst/>
          </a:prstGeom>
          <a:solidFill>
            <a:srgbClr val="5A7A8A"/>
          </a:solidFill>
          <a:ln/>
        </p:spPr>
      </p:sp>
      <p:sp>
        <p:nvSpPr>
          <p:cNvPr id="37" name="Text 35"/>
          <p:cNvSpPr/>
          <p:nvPr/>
        </p:nvSpPr>
        <p:spPr>
          <a:xfrm>
            <a:off x="4837176" y="39684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docs/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37176" y="426110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· project-plan.md · design-doc.md · api-docs.md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  |  DevOps – Semester VI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4114800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822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316736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underutilization detection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unattached volume detection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configuration analysis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316736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underutilization detection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unattached volume detection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configuration analysis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80467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804672"/>
            <a:ext cx="4114800" cy="4206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822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cost_engine.py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Engine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316736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JSON infrastructure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optimization rules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recommendations list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1316736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JSON infrastructure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optimization rules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recommendations list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81635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16352"/>
            <a:ext cx="4114800" cy="42062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834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report_generator.py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2834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328416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formatted HTML report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EC2, EBS, S3 recommendation sections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output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328416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formatted HTML report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EC2, EBS, S3 recommendation sections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output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81635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16352"/>
            <a:ext cx="4114800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834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2834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Application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328416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the system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full workflow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engine → rules → report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328416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the system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full workflow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engine → rules → report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  |  DevOps – Semester VI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7432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498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2743200" cy="384048"/>
          </a:xfrm>
          <a:prstGeom prst="rect">
            <a:avLst/>
          </a:prstGeom>
          <a:solidFill>
            <a:srgbClr val="E8F4F8"/>
          </a:solidFill>
          <a:ln w="6350">
            <a:solidFill>
              <a:srgbClr val="C0D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618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</a:t>
            </a: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 &lt; 10%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655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1929384"/>
            <a:ext cx="2743200" cy="5486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192938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downsizing to smaller instance 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2743200" cy="384048"/>
          </a:xfrm>
          <a:prstGeom prst="rect">
            <a:avLst/>
          </a:prstGeom>
          <a:solidFill>
            <a:srgbClr val="E8F4F8"/>
          </a:solidFill>
          <a:ln w="6350">
            <a:solidFill>
              <a:srgbClr val="C0DF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895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</a:t>
            </a: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is stopped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3282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2743200" cy="5486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5570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termination to eliminate standby costs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72968" y="749808"/>
            <a:ext cx="27432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3172968" y="7498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Volumes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72968" y="1261872"/>
            <a:ext cx="2743200" cy="384048"/>
          </a:xfrm>
          <a:prstGeom prst="rect">
            <a:avLst/>
          </a:prstGeom>
          <a:solidFill>
            <a:srgbClr val="E8F4F8"/>
          </a:solidFill>
          <a:ln w="6350">
            <a:solidFill>
              <a:srgbClr val="C0D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2618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</a:t>
            </a: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unattached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72968" y="1655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72968" y="1929384"/>
            <a:ext cx="2743200" cy="54864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64408" y="192938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deletion to remove storage charges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71616" y="749808"/>
            <a:ext cx="27432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071616" y="7498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71616" y="1261872"/>
            <a:ext cx="2743200" cy="384048"/>
          </a:xfrm>
          <a:prstGeom prst="rect">
            <a:avLst/>
          </a:prstGeom>
          <a:solidFill>
            <a:srgbClr val="E8F4F8"/>
          </a:solidFill>
          <a:ln w="6350">
            <a:solidFill>
              <a:srgbClr val="C0DF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12618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</a:t>
            </a: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lifecycle policy set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71616" y="1655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71616" y="1929384"/>
            <a:ext cx="27432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63056" y="192938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configuring expiration/transition rules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71616" y="2889504"/>
            <a:ext cx="2743200" cy="384048"/>
          </a:xfrm>
          <a:prstGeom prst="rect">
            <a:avLst/>
          </a:prstGeom>
          <a:solidFill>
            <a:srgbClr val="E8F4F8"/>
          </a:solidFill>
          <a:ln w="6350">
            <a:solidFill>
              <a:srgbClr val="C0DF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28895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</a:t>
            </a: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is publicly accessible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71616" y="3282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71616" y="3557016"/>
            <a:ext cx="27432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63056" y="35570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security &amp; cost warning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  |  DevOps – Semester VI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Implementation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011680" cy="352044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55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201168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8046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37160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for change tracking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9385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remote repository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50545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 workflow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50592" y="804672"/>
            <a:ext cx="2011680" cy="352044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55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804672"/>
            <a:ext cx="20116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2450592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07792" y="8046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0" y="137160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YAML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19385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every push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50545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→ Python → Docker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804672"/>
            <a:ext cx="2011680" cy="352044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55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804672"/>
            <a:ext cx="201168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626864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84064" y="8046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36592" y="137160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packages the app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6592" y="19385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run environment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6592" y="250545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 / Apple M1 support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03136" y="804672"/>
            <a:ext cx="2011680" cy="352044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55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804672"/>
            <a:ext cx="20116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803136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60336" y="8046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12864" y="137160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config defined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12864" y="19385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Single-command startup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12864" y="250545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deployment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462272"/>
            <a:ext cx="859536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462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29384" y="4462272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29968" y="4462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Python 3.11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39312" y="4462272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39896" y="4462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4462272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49824" y="4462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app.py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59168" y="4462272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59752" y="4462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Docker Image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Output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  |  DevOps – Semester VI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023360" cy="3108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Execution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88136"/>
            <a:ext cx="4023360" cy="822960"/>
          </a:xfrm>
          <a:prstGeom prst="rect">
            <a:avLst/>
          </a:prstGeom>
          <a:solidFill>
            <a:srgbClr val="0D1F2D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15568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src/main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app.py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02336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011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Execution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4023360" cy="1097280"/>
          </a:xfrm>
          <a:prstGeom prst="rect">
            <a:avLst/>
          </a:prstGeom>
          <a:solidFill>
            <a:srgbClr val="0D1F2D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50008"/>
            <a:ext cx="3749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build -t infra-cost-optimizer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infrastructure/docker/Dockerfile 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-v $(pwd)/src/main:/app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infra-cost-optimizer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777240"/>
            <a:ext cx="4206240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7772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61288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16128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48656" y="12527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cost-report.html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48656" y="15270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file with full analysis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075688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207568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48656" y="21671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Recommendations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48656" y="2441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Downsizing and termination suggestions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990088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299008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48656" y="3081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Cleanup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48656" y="33558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Unattached volume deletion recommendations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904488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390448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48656" y="39959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Warnings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48656" y="42702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policy and public access alerts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Monitoring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  |  DevOps – Semester VI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1615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16152"/>
            <a:ext cx="54864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" y="128930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15361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and test individual functions in rules.py and cost_engine.py.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93976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93976"/>
            <a:ext cx="54864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" y="216712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2336" y="24140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full data-flow from JSON input through to HTML report.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54864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" y="304495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Tests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2336" y="32918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browser rendering and structure of the generated HTML report.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849624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49624"/>
            <a:ext cx="54864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" y="39227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Test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2336" y="41696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test ensures the CI pipeline runs to completion on every push.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777240"/>
            <a:ext cx="41148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Infrastructure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1216152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216152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94960" y="1417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nagios/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171907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scaffold for Nagios-based infrastructure health monitoring.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404872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2404872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94960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alerts/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29077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configuration for threshold breaches and anomaly notifications.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593592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3593592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94960" y="3794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dashboards/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40965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templates for visualizing resource usage and cost trends.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Optimizer  |  DevOps – Semester VI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" y="804672"/>
            <a:ext cx="64008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" y="80467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2416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Real AWS API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1170432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simulated JSON data with live calls via Boto3 (AWS SDK for Python) for real infrastructure analysis.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27632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27632"/>
            <a:ext cx="54864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" y="1627632"/>
            <a:ext cx="640080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" y="162763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42416" y="1700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Estimation Metrics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1993392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potential savings per recommendation — e.g., estimated $/month saved by terminating idle EC2.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450592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50592"/>
            <a:ext cx="54864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Shape 19"/>
          <p:cNvSpPr/>
          <p:nvPr/>
        </p:nvSpPr>
        <p:spPr>
          <a:xfrm>
            <a:off x="329184" y="2450592"/>
            <a:ext cx="64008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" y="245059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42416" y="2523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Visualization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2816352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web dashboard (e.g., Grafana or custom React) to visualize resource usage and trends.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73552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73552"/>
            <a:ext cx="54864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184" y="3273552"/>
            <a:ext cx="640080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" y="327355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42416" y="3346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Scheduled Automated Scans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3639312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cron jobs or AWS EventBridge to run the optimizer on a recurring schedule without manual triggers.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96512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096512"/>
            <a:ext cx="54864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9184" y="4096512"/>
            <a:ext cx="64008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" y="409651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42416" y="4169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Multi-Cloud Support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2416" y="4462272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rule engine to support Azure (ARM SDK) and GCP (google-cloud SDK) for cross-cloud cost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572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3200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1828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practices — CI/CD, containerization, automation — can be directly applied to cloud cost management.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2560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rules-based engine provides a scalable, extensible foundation for identifying infrastructure inefficiencies.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200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32918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ensures the solution runs identically across development and production environments.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40233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architecture supports future integration with real AWS APIs (Boto3) and multi-cloud platforms.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Infrastructure Cost Optimizer — DevOps Semester VI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1322</Words>
  <Application>Microsoft Macintosh PowerPoint</Application>
  <PresentationFormat>On-screen Show (16:9)</PresentationFormat>
  <Paragraphs>317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Infrastructure Cost Optimizer</dc:title>
  <dc:subject>PptxGenJS Presentation</dc:subject>
  <dc:creator>PptxGenJS</dc:creator>
  <cp:lastModifiedBy>[BTECH-005-2023-24] NAMAN JAIN</cp:lastModifiedBy>
  <cp:revision>3</cp:revision>
  <dcterms:created xsi:type="dcterms:W3CDTF">2026-03-19T10:44:57Z</dcterms:created>
  <dcterms:modified xsi:type="dcterms:W3CDTF">2026-03-27T07:03:30Z</dcterms:modified>
</cp:coreProperties>
</file>